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  <p:sldId id="263" r:id="rId5"/>
    <p:sldId id="271" r:id="rId6"/>
    <p:sldId id="266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233FDF-66E9-4185-96C6-24980E010F84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E"/>
        </a:p>
      </dgm:t>
    </dgm:pt>
    <dgm:pt modelId="{37D8F794-371C-4E1D-AB06-35023477F085}">
      <dgm:prSet phldrT="[Text]"/>
      <dgm:spPr/>
      <dgm:t>
        <a:bodyPr/>
        <a:lstStyle/>
        <a:p>
          <a:r>
            <a:rPr lang="en-IE" dirty="0"/>
            <a:t>Business understanding, Data understanding</a:t>
          </a:r>
        </a:p>
      </dgm:t>
    </dgm:pt>
    <dgm:pt modelId="{62953E98-7B7D-4641-993E-C684FB85AFD8}" type="parTrans" cxnId="{5AC14172-B23F-4E58-B8DD-53F852B204B5}">
      <dgm:prSet/>
      <dgm:spPr/>
      <dgm:t>
        <a:bodyPr/>
        <a:lstStyle/>
        <a:p>
          <a:endParaRPr lang="en-IE"/>
        </a:p>
      </dgm:t>
    </dgm:pt>
    <dgm:pt modelId="{9E9E58A4-3297-44EA-A2C8-4C72E1FF4C68}" type="sibTrans" cxnId="{5AC14172-B23F-4E58-B8DD-53F852B204B5}">
      <dgm:prSet/>
      <dgm:spPr/>
      <dgm:t>
        <a:bodyPr/>
        <a:lstStyle/>
        <a:p>
          <a:endParaRPr lang="en-IE"/>
        </a:p>
      </dgm:t>
    </dgm:pt>
    <dgm:pt modelId="{2C6BFF2D-665F-4609-9001-B7A3E038519A}">
      <dgm:prSet phldrT="[Text]" phldr="0"/>
      <dgm:spPr/>
      <dgm:t>
        <a:bodyPr/>
        <a:lstStyle/>
        <a:p>
          <a:r>
            <a:rPr lang="en-IE" dirty="0"/>
            <a:t>CSO census datasets with metadata: 2011, 2016, 2022: csv</a:t>
          </a:r>
        </a:p>
      </dgm:t>
    </dgm:pt>
    <dgm:pt modelId="{2004B772-CD80-4246-859D-32F5584D443A}" type="parTrans" cxnId="{A34102F8-B477-494D-AA72-2D85F5B894CA}">
      <dgm:prSet/>
      <dgm:spPr/>
      <dgm:t>
        <a:bodyPr/>
        <a:lstStyle/>
        <a:p>
          <a:endParaRPr lang="en-IE"/>
        </a:p>
      </dgm:t>
    </dgm:pt>
    <dgm:pt modelId="{314AAA9A-87EA-4B9B-9712-080C3DA988CC}" type="sibTrans" cxnId="{A34102F8-B477-494D-AA72-2D85F5B894CA}">
      <dgm:prSet/>
      <dgm:spPr/>
      <dgm:t>
        <a:bodyPr/>
        <a:lstStyle/>
        <a:p>
          <a:endParaRPr lang="en-IE"/>
        </a:p>
      </dgm:t>
    </dgm:pt>
    <dgm:pt modelId="{FCB9CE01-D2AF-481E-8921-995FA7234428}">
      <dgm:prSet phldrT="[Text]"/>
      <dgm:spPr/>
      <dgm:t>
        <a:bodyPr/>
        <a:lstStyle/>
        <a:p>
          <a:r>
            <a:rPr lang="en-IE" dirty="0"/>
            <a:t>Data preparation</a:t>
          </a:r>
        </a:p>
      </dgm:t>
    </dgm:pt>
    <dgm:pt modelId="{D687E7D7-143E-4FBC-AA7E-F710BF59D24F}" type="parTrans" cxnId="{6DD2D591-DAAE-4D62-8615-3AB1E0F088FB}">
      <dgm:prSet/>
      <dgm:spPr/>
      <dgm:t>
        <a:bodyPr/>
        <a:lstStyle/>
        <a:p>
          <a:endParaRPr lang="en-IE"/>
        </a:p>
      </dgm:t>
    </dgm:pt>
    <dgm:pt modelId="{1F0F9292-B16A-4CF4-B510-BE2D7E9AFEB1}" type="sibTrans" cxnId="{6DD2D591-DAAE-4D62-8615-3AB1E0F088FB}">
      <dgm:prSet/>
      <dgm:spPr/>
      <dgm:t>
        <a:bodyPr/>
        <a:lstStyle/>
        <a:p>
          <a:endParaRPr lang="en-IE"/>
        </a:p>
      </dgm:t>
    </dgm:pt>
    <dgm:pt modelId="{2740D0BA-3D1A-4622-ADCF-AD0B0E22748E}">
      <dgm:prSet phldrT="[Text]" phldr="0"/>
      <dgm:spPr/>
      <dgm:t>
        <a:bodyPr/>
        <a:lstStyle/>
        <a:p>
          <a:r>
            <a:rPr lang="en-IE" dirty="0"/>
            <a:t>Python for API / XML scraping: </a:t>
          </a:r>
          <a:r>
            <a:rPr lang="en-IE" dirty="0" err="1"/>
            <a:t>py</a:t>
          </a:r>
          <a:r>
            <a:rPr lang="en-IE" dirty="0"/>
            <a:t>, html, xml, txt</a:t>
          </a:r>
        </a:p>
      </dgm:t>
    </dgm:pt>
    <dgm:pt modelId="{C48CD27C-2E53-4D2C-BC2F-8D8C3701A819}" type="parTrans" cxnId="{1D49CB7B-1211-4739-9B4E-03E842DA7018}">
      <dgm:prSet/>
      <dgm:spPr/>
      <dgm:t>
        <a:bodyPr/>
        <a:lstStyle/>
        <a:p>
          <a:endParaRPr lang="en-IE"/>
        </a:p>
      </dgm:t>
    </dgm:pt>
    <dgm:pt modelId="{399FF80D-3AB9-4F00-BC18-DF335A324972}" type="sibTrans" cxnId="{1D49CB7B-1211-4739-9B4E-03E842DA7018}">
      <dgm:prSet/>
      <dgm:spPr/>
      <dgm:t>
        <a:bodyPr/>
        <a:lstStyle/>
        <a:p>
          <a:endParaRPr lang="en-IE"/>
        </a:p>
      </dgm:t>
    </dgm:pt>
    <dgm:pt modelId="{E6FA4E93-E081-4D31-840F-FAADD2357C98}">
      <dgm:prSet phldrT="[Text]" phldr="0"/>
      <dgm:spPr/>
      <dgm:t>
        <a:bodyPr/>
        <a:lstStyle/>
        <a:p>
          <a:r>
            <a:rPr lang="en-IE" dirty="0"/>
            <a:t>Filtered data for modelling: SQL, csv</a:t>
          </a:r>
        </a:p>
      </dgm:t>
    </dgm:pt>
    <dgm:pt modelId="{014A2296-4819-45A1-AC4C-8CB5AA4C8EA0}" type="parTrans" cxnId="{03AD86D3-01A6-40A7-965F-C1A83BC97A67}">
      <dgm:prSet/>
      <dgm:spPr/>
      <dgm:t>
        <a:bodyPr/>
        <a:lstStyle/>
        <a:p>
          <a:endParaRPr lang="en-IE"/>
        </a:p>
      </dgm:t>
    </dgm:pt>
    <dgm:pt modelId="{BCA4C634-9D0C-472B-A9FE-1F61CDC41937}" type="sibTrans" cxnId="{03AD86D3-01A6-40A7-965F-C1A83BC97A67}">
      <dgm:prSet/>
      <dgm:spPr/>
      <dgm:t>
        <a:bodyPr/>
        <a:lstStyle/>
        <a:p>
          <a:endParaRPr lang="en-IE"/>
        </a:p>
      </dgm:t>
    </dgm:pt>
    <dgm:pt modelId="{4F02141B-E6D2-4C55-9E25-6CB0051C122D}">
      <dgm:prSet phldrT="[Text]"/>
      <dgm:spPr/>
      <dgm:t>
        <a:bodyPr/>
        <a:lstStyle/>
        <a:p>
          <a:r>
            <a:rPr lang="en-IE" dirty="0"/>
            <a:t>Modelling, Evaluation and Deployment </a:t>
          </a:r>
        </a:p>
      </dgm:t>
    </dgm:pt>
    <dgm:pt modelId="{BCE72405-7E84-40C4-896B-EE07A83725B3}" type="parTrans" cxnId="{8BEB05FC-55A7-4AE4-9D58-B1DE4C1C5149}">
      <dgm:prSet/>
      <dgm:spPr/>
      <dgm:t>
        <a:bodyPr/>
        <a:lstStyle/>
        <a:p>
          <a:endParaRPr lang="en-IE"/>
        </a:p>
      </dgm:t>
    </dgm:pt>
    <dgm:pt modelId="{328A5D64-AFE1-4990-BAC8-3C7740128268}" type="sibTrans" cxnId="{8BEB05FC-55A7-4AE4-9D58-B1DE4C1C5149}">
      <dgm:prSet/>
      <dgm:spPr/>
      <dgm:t>
        <a:bodyPr/>
        <a:lstStyle/>
        <a:p>
          <a:endParaRPr lang="en-IE"/>
        </a:p>
      </dgm:t>
    </dgm:pt>
    <dgm:pt modelId="{0513DD8A-E3DC-45AA-A0A5-10B19449CEF0}">
      <dgm:prSet phldrT="[Text]" phldr="0"/>
      <dgm:spPr/>
      <dgm:t>
        <a:bodyPr/>
        <a:lstStyle/>
        <a:p>
          <a:r>
            <a:rPr lang="en-IE" dirty="0"/>
            <a:t>Python data processing for national level numbers: csv/ txt, </a:t>
          </a:r>
          <a:r>
            <a:rPr lang="en-IE" dirty="0" err="1"/>
            <a:t>py</a:t>
          </a:r>
          <a:r>
            <a:rPr lang="en-IE" dirty="0"/>
            <a:t>. Reports in </a:t>
          </a:r>
          <a:r>
            <a:rPr lang="en-IE" dirty="0" err="1"/>
            <a:t>png</a:t>
          </a:r>
          <a:r>
            <a:rPr lang="en-IE" dirty="0"/>
            <a:t>, </a:t>
          </a:r>
          <a:r>
            <a:rPr lang="en-IE" dirty="0" err="1"/>
            <a:t>pibx</a:t>
          </a:r>
          <a:r>
            <a:rPr lang="en-IE" dirty="0"/>
            <a:t>, docx, pptx, mp4.</a:t>
          </a:r>
        </a:p>
      </dgm:t>
    </dgm:pt>
    <dgm:pt modelId="{D8D7C4F1-2517-4F62-BCE9-8FA2C8763BA0}" type="parTrans" cxnId="{86842A96-E15C-4603-8974-92A748979090}">
      <dgm:prSet/>
      <dgm:spPr/>
      <dgm:t>
        <a:bodyPr/>
        <a:lstStyle/>
        <a:p>
          <a:endParaRPr lang="en-IE"/>
        </a:p>
      </dgm:t>
    </dgm:pt>
    <dgm:pt modelId="{B336720C-A0EB-402D-917E-033F1D4F5F50}" type="sibTrans" cxnId="{86842A96-E15C-4603-8974-92A748979090}">
      <dgm:prSet/>
      <dgm:spPr/>
      <dgm:t>
        <a:bodyPr/>
        <a:lstStyle/>
        <a:p>
          <a:endParaRPr lang="en-IE"/>
        </a:p>
      </dgm:t>
    </dgm:pt>
    <dgm:pt modelId="{111D4817-4347-4804-8344-DC1D4D627A56}">
      <dgm:prSet phldrT="[Text]" phldr="0"/>
      <dgm:spPr/>
      <dgm:t>
        <a:bodyPr/>
        <a:lstStyle/>
        <a:p>
          <a:r>
            <a:rPr lang="en-IE" dirty="0"/>
            <a:t>SQL analysis for detailed reports: </a:t>
          </a:r>
          <a:r>
            <a:rPr lang="en-IE" dirty="0" err="1"/>
            <a:t>sql</a:t>
          </a:r>
          <a:r>
            <a:rPr lang="en-IE" dirty="0"/>
            <a:t>. Reports in </a:t>
          </a:r>
          <a:r>
            <a:rPr lang="en-IE" dirty="0" err="1"/>
            <a:t>png</a:t>
          </a:r>
          <a:r>
            <a:rPr lang="en-IE" dirty="0"/>
            <a:t>, </a:t>
          </a:r>
          <a:r>
            <a:rPr lang="en-IE" dirty="0" err="1"/>
            <a:t>pibx</a:t>
          </a:r>
          <a:r>
            <a:rPr lang="en-IE" dirty="0"/>
            <a:t>, docx, pptx, mp4. </a:t>
          </a:r>
        </a:p>
      </dgm:t>
    </dgm:pt>
    <dgm:pt modelId="{CF1B37C9-48E0-46CC-9323-E8787E50EF9C}" type="parTrans" cxnId="{38E5667B-F263-47E3-BEC6-4C1173D7919E}">
      <dgm:prSet/>
      <dgm:spPr/>
      <dgm:t>
        <a:bodyPr/>
        <a:lstStyle/>
        <a:p>
          <a:endParaRPr lang="en-IE"/>
        </a:p>
      </dgm:t>
    </dgm:pt>
    <dgm:pt modelId="{99A08024-954A-41C6-BDA6-388CEBAAE0D8}" type="sibTrans" cxnId="{38E5667B-F263-47E3-BEC6-4C1173D7919E}">
      <dgm:prSet/>
      <dgm:spPr/>
      <dgm:t>
        <a:bodyPr/>
        <a:lstStyle/>
        <a:p>
          <a:endParaRPr lang="en-IE"/>
        </a:p>
      </dgm:t>
    </dgm:pt>
    <dgm:pt modelId="{44A9FB9D-1FC4-4ADD-B7D6-B624575C29D8}">
      <dgm:prSet phldrT="[Text]"/>
      <dgm:spPr/>
      <dgm:t>
        <a:bodyPr/>
        <a:lstStyle/>
        <a:p>
          <a:r>
            <a:rPr lang="en-IE" dirty="0"/>
            <a:t>Research papers, Media articles: html, pdf</a:t>
          </a:r>
        </a:p>
      </dgm:t>
    </dgm:pt>
    <dgm:pt modelId="{B534F4C4-6099-4981-81B3-5CA8BD204934}" type="sibTrans" cxnId="{CFFAFC8B-FD74-42A6-BD15-39C2F4A53FCC}">
      <dgm:prSet/>
      <dgm:spPr/>
      <dgm:t>
        <a:bodyPr/>
        <a:lstStyle/>
        <a:p>
          <a:endParaRPr lang="en-IE"/>
        </a:p>
      </dgm:t>
    </dgm:pt>
    <dgm:pt modelId="{10DE6E82-26FC-4E84-8A4F-FD4FEA94AC4D}" type="parTrans" cxnId="{CFFAFC8B-FD74-42A6-BD15-39C2F4A53FCC}">
      <dgm:prSet/>
      <dgm:spPr/>
      <dgm:t>
        <a:bodyPr/>
        <a:lstStyle/>
        <a:p>
          <a:endParaRPr lang="en-IE"/>
        </a:p>
      </dgm:t>
    </dgm:pt>
    <dgm:pt modelId="{1B2DA2F8-2DD1-4AEC-8A43-0ECC77B89AE5}">
      <dgm:prSet phldrT="[Text]" phldr="0"/>
      <dgm:spPr/>
      <dgm:t>
        <a:bodyPr/>
        <a:lstStyle/>
        <a:p>
          <a:r>
            <a:rPr lang="en-IE" dirty="0"/>
            <a:t>Other inputs.</a:t>
          </a:r>
        </a:p>
      </dgm:t>
    </dgm:pt>
    <dgm:pt modelId="{D3514759-2FD0-4577-80FD-AA3502CABF5A}" type="parTrans" cxnId="{757B4EE1-C44A-43F3-806F-2196F1BD5524}">
      <dgm:prSet/>
      <dgm:spPr/>
      <dgm:t>
        <a:bodyPr/>
        <a:lstStyle/>
        <a:p>
          <a:endParaRPr lang="en-IE"/>
        </a:p>
      </dgm:t>
    </dgm:pt>
    <dgm:pt modelId="{1684D3D6-0174-4830-8616-066DBB200A5E}" type="sibTrans" cxnId="{757B4EE1-C44A-43F3-806F-2196F1BD5524}">
      <dgm:prSet/>
      <dgm:spPr/>
      <dgm:t>
        <a:bodyPr/>
        <a:lstStyle/>
        <a:p>
          <a:endParaRPr lang="en-IE"/>
        </a:p>
      </dgm:t>
    </dgm:pt>
    <dgm:pt modelId="{9BEEEA7D-4303-4AEE-94EF-5FA9E042F479}">
      <dgm:prSet phldrT="[Text]"/>
      <dgm:spPr/>
      <dgm:t>
        <a:bodyPr/>
        <a:lstStyle/>
        <a:p>
          <a:r>
            <a:rPr lang="en-IE" dirty="0"/>
            <a:t>Oireachtas API structure; Debate and speech text: html, xml</a:t>
          </a:r>
        </a:p>
      </dgm:t>
    </dgm:pt>
    <dgm:pt modelId="{381B8505-8B79-432E-BBEF-334EB9EF899B}" type="parTrans" cxnId="{51DEA25D-8C0B-4D71-9666-DE710243CC35}">
      <dgm:prSet/>
      <dgm:spPr/>
      <dgm:t>
        <a:bodyPr/>
        <a:lstStyle/>
        <a:p>
          <a:endParaRPr lang="en-IE"/>
        </a:p>
      </dgm:t>
    </dgm:pt>
    <dgm:pt modelId="{A3EE3D87-87AA-48B7-823A-19E5515C394A}" type="sibTrans" cxnId="{51DEA25D-8C0B-4D71-9666-DE710243CC35}">
      <dgm:prSet/>
      <dgm:spPr/>
      <dgm:t>
        <a:bodyPr/>
        <a:lstStyle/>
        <a:p>
          <a:endParaRPr lang="en-IE"/>
        </a:p>
      </dgm:t>
    </dgm:pt>
    <dgm:pt modelId="{9E87D39E-AB85-4669-A53D-BB29A05B9DB4}">
      <dgm:prSet phldrT="[Text]" phldr="0"/>
      <dgm:spPr/>
      <dgm:t>
        <a:bodyPr/>
        <a:lstStyle/>
        <a:p>
          <a:r>
            <a:rPr lang="en-IE" dirty="0"/>
            <a:t>PostgreSQL DB for structured data: csv / </a:t>
          </a:r>
          <a:r>
            <a:rPr lang="en-IE" dirty="0" err="1"/>
            <a:t>PgSQL</a:t>
          </a:r>
          <a:endParaRPr lang="en-IE" dirty="0"/>
        </a:p>
      </dgm:t>
    </dgm:pt>
    <dgm:pt modelId="{B8864911-3D30-4A03-AFF5-ACC79A1D7E9D}" type="parTrans" cxnId="{7DEA1A7A-7C5A-422A-B63C-0D2241B14E0A}">
      <dgm:prSet/>
      <dgm:spPr/>
      <dgm:t>
        <a:bodyPr/>
        <a:lstStyle/>
        <a:p>
          <a:endParaRPr lang="en-IE"/>
        </a:p>
      </dgm:t>
    </dgm:pt>
    <dgm:pt modelId="{238F9A48-75A1-4030-8C95-8FD612097766}" type="sibTrans" cxnId="{7DEA1A7A-7C5A-422A-B63C-0D2241B14E0A}">
      <dgm:prSet/>
      <dgm:spPr/>
      <dgm:t>
        <a:bodyPr/>
        <a:lstStyle/>
        <a:p>
          <a:endParaRPr lang="en-IE"/>
        </a:p>
      </dgm:t>
    </dgm:pt>
    <dgm:pt modelId="{7A8D3303-9045-434F-9CA2-601FD9C98013}">
      <dgm:prSet/>
      <dgm:spPr/>
      <dgm:t>
        <a:bodyPr/>
        <a:lstStyle/>
        <a:p>
          <a:r>
            <a:rPr lang="en-IE" dirty="0"/>
            <a:t>Mongo DB for semi-structured data: Mongo DB</a:t>
          </a:r>
        </a:p>
      </dgm:t>
    </dgm:pt>
    <dgm:pt modelId="{7954085F-E318-4358-ACBB-F615C83E332F}" type="parTrans" cxnId="{1EDDEDC2-5698-4C72-907D-E23A91AE19A1}">
      <dgm:prSet/>
      <dgm:spPr/>
      <dgm:t>
        <a:bodyPr/>
        <a:lstStyle/>
        <a:p>
          <a:endParaRPr lang="en-IE"/>
        </a:p>
      </dgm:t>
    </dgm:pt>
    <dgm:pt modelId="{E079E6A3-7BF2-410B-BE18-D525DB0B35DE}" type="sibTrans" cxnId="{1EDDEDC2-5698-4C72-907D-E23A91AE19A1}">
      <dgm:prSet/>
      <dgm:spPr/>
      <dgm:t>
        <a:bodyPr/>
        <a:lstStyle/>
        <a:p>
          <a:endParaRPr lang="en-IE"/>
        </a:p>
      </dgm:t>
    </dgm:pt>
    <dgm:pt modelId="{1FB94671-52DC-4DAD-B8AD-D28A527FC0F7}" type="pres">
      <dgm:prSet presAssocID="{51233FDF-66E9-4185-96C6-24980E010F84}" presName="Name0" presStyleCnt="0">
        <dgm:presLayoutVars>
          <dgm:dir/>
          <dgm:animLvl val="lvl"/>
          <dgm:resizeHandles val="exact"/>
        </dgm:presLayoutVars>
      </dgm:prSet>
      <dgm:spPr/>
    </dgm:pt>
    <dgm:pt modelId="{6EA5A210-C144-48E3-96C0-806BA1B040EC}" type="pres">
      <dgm:prSet presAssocID="{4F02141B-E6D2-4C55-9E25-6CB0051C122D}" presName="boxAndChildren" presStyleCnt="0"/>
      <dgm:spPr/>
    </dgm:pt>
    <dgm:pt modelId="{6E7533B5-95E8-493F-97E0-ED3CDA997C4B}" type="pres">
      <dgm:prSet presAssocID="{4F02141B-E6D2-4C55-9E25-6CB0051C122D}" presName="parentTextBox" presStyleLbl="node1" presStyleIdx="0" presStyleCnt="3"/>
      <dgm:spPr/>
    </dgm:pt>
    <dgm:pt modelId="{7F39B538-57BB-4C7E-B184-6C65D8B6481A}" type="pres">
      <dgm:prSet presAssocID="{4F02141B-E6D2-4C55-9E25-6CB0051C122D}" presName="entireBox" presStyleLbl="node1" presStyleIdx="0" presStyleCnt="3"/>
      <dgm:spPr/>
    </dgm:pt>
    <dgm:pt modelId="{3EA317B5-4CF6-403B-94F5-3D1294354DEB}" type="pres">
      <dgm:prSet presAssocID="{4F02141B-E6D2-4C55-9E25-6CB0051C122D}" presName="descendantBox" presStyleCnt="0"/>
      <dgm:spPr/>
    </dgm:pt>
    <dgm:pt modelId="{7ED40CAC-94D4-4A1A-B829-20197665FC51}" type="pres">
      <dgm:prSet presAssocID="{0513DD8A-E3DC-45AA-A0A5-10B19449CEF0}" presName="childTextBox" presStyleLbl="fgAccFollowNode1" presStyleIdx="0" presStyleCnt="10">
        <dgm:presLayoutVars>
          <dgm:bulletEnabled val="1"/>
        </dgm:presLayoutVars>
      </dgm:prSet>
      <dgm:spPr/>
    </dgm:pt>
    <dgm:pt modelId="{0215D569-4576-4C2C-8134-190F671CB7F9}" type="pres">
      <dgm:prSet presAssocID="{111D4817-4347-4804-8344-DC1D4D627A56}" presName="childTextBox" presStyleLbl="fgAccFollowNode1" presStyleIdx="1" presStyleCnt="10">
        <dgm:presLayoutVars>
          <dgm:bulletEnabled val="1"/>
        </dgm:presLayoutVars>
      </dgm:prSet>
      <dgm:spPr/>
    </dgm:pt>
    <dgm:pt modelId="{297677E5-B34A-4FA5-9900-3F11C28C8EC9}" type="pres">
      <dgm:prSet presAssocID="{1F0F9292-B16A-4CF4-B510-BE2D7E9AFEB1}" presName="sp" presStyleCnt="0"/>
      <dgm:spPr/>
    </dgm:pt>
    <dgm:pt modelId="{76346D05-843C-44EB-8FA6-16518B792EBA}" type="pres">
      <dgm:prSet presAssocID="{FCB9CE01-D2AF-481E-8921-995FA7234428}" presName="arrowAndChildren" presStyleCnt="0"/>
      <dgm:spPr/>
    </dgm:pt>
    <dgm:pt modelId="{655FE2F6-3100-4BEE-AB7A-9E812A0B3862}" type="pres">
      <dgm:prSet presAssocID="{FCB9CE01-D2AF-481E-8921-995FA7234428}" presName="parentTextArrow" presStyleLbl="node1" presStyleIdx="0" presStyleCnt="3"/>
      <dgm:spPr/>
    </dgm:pt>
    <dgm:pt modelId="{349A28C9-0071-4493-BE3A-70D1AC3B9D57}" type="pres">
      <dgm:prSet presAssocID="{FCB9CE01-D2AF-481E-8921-995FA7234428}" presName="arrow" presStyleLbl="node1" presStyleIdx="1" presStyleCnt="3"/>
      <dgm:spPr/>
    </dgm:pt>
    <dgm:pt modelId="{BB0E3040-CBBA-4AA1-B104-9D3B783D7531}" type="pres">
      <dgm:prSet presAssocID="{FCB9CE01-D2AF-481E-8921-995FA7234428}" presName="descendantArrow" presStyleCnt="0"/>
      <dgm:spPr/>
    </dgm:pt>
    <dgm:pt modelId="{61F9B127-EAF8-49F8-A652-708DFFEE49BD}" type="pres">
      <dgm:prSet presAssocID="{2740D0BA-3D1A-4622-ADCF-AD0B0E22748E}" presName="childTextArrow" presStyleLbl="fgAccFollowNode1" presStyleIdx="2" presStyleCnt="10">
        <dgm:presLayoutVars>
          <dgm:bulletEnabled val="1"/>
        </dgm:presLayoutVars>
      </dgm:prSet>
      <dgm:spPr/>
    </dgm:pt>
    <dgm:pt modelId="{41D667D5-994C-4852-A146-963AA4D09215}" type="pres">
      <dgm:prSet presAssocID="{9E87D39E-AB85-4669-A53D-BB29A05B9DB4}" presName="childTextArrow" presStyleLbl="fgAccFollowNode1" presStyleIdx="3" presStyleCnt="10">
        <dgm:presLayoutVars>
          <dgm:bulletEnabled val="1"/>
        </dgm:presLayoutVars>
      </dgm:prSet>
      <dgm:spPr/>
    </dgm:pt>
    <dgm:pt modelId="{0AE06172-3A99-437C-B749-E5AD084ED6A7}" type="pres">
      <dgm:prSet presAssocID="{7A8D3303-9045-434F-9CA2-601FD9C98013}" presName="childTextArrow" presStyleLbl="fgAccFollowNode1" presStyleIdx="4" presStyleCnt="10">
        <dgm:presLayoutVars>
          <dgm:bulletEnabled val="1"/>
        </dgm:presLayoutVars>
      </dgm:prSet>
      <dgm:spPr/>
    </dgm:pt>
    <dgm:pt modelId="{F0D77068-95CF-488B-9E82-F8D7E7B6CD52}" type="pres">
      <dgm:prSet presAssocID="{E6FA4E93-E081-4D31-840F-FAADD2357C98}" presName="childTextArrow" presStyleLbl="fgAccFollowNode1" presStyleIdx="5" presStyleCnt="10">
        <dgm:presLayoutVars>
          <dgm:bulletEnabled val="1"/>
        </dgm:presLayoutVars>
      </dgm:prSet>
      <dgm:spPr/>
    </dgm:pt>
    <dgm:pt modelId="{FB0486CA-4B11-4368-9244-A36F4291AA09}" type="pres">
      <dgm:prSet presAssocID="{9E9E58A4-3297-44EA-A2C8-4C72E1FF4C68}" presName="sp" presStyleCnt="0"/>
      <dgm:spPr/>
    </dgm:pt>
    <dgm:pt modelId="{458576CA-5EB9-4BFF-842D-28FA956D2B17}" type="pres">
      <dgm:prSet presAssocID="{37D8F794-371C-4E1D-AB06-35023477F085}" presName="arrowAndChildren" presStyleCnt="0"/>
      <dgm:spPr/>
    </dgm:pt>
    <dgm:pt modelId="{6E6539A6-E898-4E7A-A064-83275D273756}" type="pres">
      <dgm:prSet presAssocID="{37D8F794-371C-4E1D-AB06-35023477F085}" presName="parentTextArrow" presStyleLbl="node1" presStyleIdx="1" presStyleCnt="3"/>
      <dgm:spPr/>
    </dgm:pt>
    <dgm:pt modelId="{449C68D3-6A2B-4656-BF7B-BB363F6F8A02}" type="pres">
      <dgm:prSet presAssocID="{37D8F794-371C-4E1D-AB06-35023477F085}" presName="arrow" presStyleLbl="node1" presStyleIdx="2" presStyleCnt="3"/>
      <dgm:spPr/>
    </dgm:pt>
    <dgm:pt modelId="{1EC01F7E-2EEA-4CBE-84CD-CD91F137BEF2}" type="pres">
      <dgm:prSet presAssocID="{37D8F794-371C-4E1D-AB06-35023477F085}" presName="descendantArrow" presStyleCnt="0"/>
      <dgm:spPr/>
    </dgm:pt>
    <dgm:pt modelId="{3B11EED0-11D1-44CD-B44B-562B20129F72}" type="pres">
      <dgm:prSet presAssocID="{44A9FB9D-1FC4-4ADD-B7D6-B624575C29D8}" presName="childTextArrow" presStyleLbl="fgAccFollowNode1" presStyleIdx="6" presStyleCnt="10">
        <dgm:presLayoutVars>
          <dgm:bulletEnabled val="1"/>
        </dgm:presLayoutVars>
      </dgm:prSet>
      <dgm:spPr/>
    </dgm:pt>
    <dgm:pt modelId="{6D8D83A5-DE85-4C3B-8EC5-98E7751D857E}" type="pres">
      <dgm:prSet presAssocID="{2C6BFF2D-665F-4609-9001-B7A3E038519A}" presName="childTextArrow" presStyleLbl="fgAccFollowNode1" presStyleIdx="7" presStyleCnt="10">
        <dgm:presLayoutVars>
          <dgm:bulletEnabled val="1"/>
        </dgm:presLayoutVars>
      </dgm:prSet>
      <dgm:spPr/>
    </dgm:pt>
    <dgm:pt modelId="{345187A5-5177-4CC6-AB7D-8E720DB6A42D}" type="pres">
      <dgm:prSet presAssocID="{9BEEEA7D-4303-4AEE-94EF-5FA9E042F479}" presName="childTextArrow" presStyleLbl="fgAccFollowNode1" presStyleIdx="8" presStyleCnt="10">
        <dgm:presLayoutVars>
          <dgm:bulletEnabled val="1"/>
        </dgm:presLayoutVars>
      </dgm:prSet>
      <dgm:spPr/>
    </dgm:pt>
    <dgm:pt modelId="{A61A29C1-10BD-474A-B053-303503CCBD50}" type="pres">
      <dgm:prSet presAssocID="{1B2DA2F8-2DD1-4AEC-8A43-0ECC77B89AE5}" presName="childTextArrow" presStyleLbl="fgAccFollowNode1" presStyleIdx="9" presStyleCnt="10">
        <dgm:presLayoutVars>
          <dgm:bulletEnabled val="1"/>
        </dgm:presLayoutVars>
      </dgm:prSet>
      <dgm:spPr/>
    </dgm:pt>
  </dgm:ptLst>
  <dgm:cxnLst>
    <dgm:cxn modelId="{05586401-8DCC-43DC-9774-3D8D31471F37}" type="presOf" srcId="{7A8D3303-9045-434F-9CA2-601FD9C98013}" destId="{0AE06172-3A99-437C-B749-E5AD084ED6A7}" srcOrd="0" destOrd="0" presId="urn:microsoft.com/office/officeart/2005/8/layout/process4"/>
    <dgm:cxn modelId="{3B2D221E-869D-4CE3-B187-2A761BCDFF7C}" type="presOf" srcId="{51233FDF-66E9-4185-96C6-24980E010F84}" destId="{1FB94671-52DC-4DAD-B8AD-D28A527FC0F7}" srcOrd="0" destOrd="0" presId="urn:microsoft.com/office/officeart/2005/8/layout/process4"/>
    <dgm:cxn modelId="{CEB1BC31-0B69-4EB5-9B3E-0C006549C20E}" type="presOf" srcId="{0513DD8A-E3DC-45AA-A0A5-10B19449CEF0}" destId="{7ED40CAC-94D4-4A1A-B829-20197665FC51}" srcOrd="0" destOrd="0" presId="urn:microsoft.com/office/officeart/2005/8/layout/process4"/>
    <dgm:cxn modelId="{BE6CFE31-BDE1-470B-8293-63D4E28889CB}" type="presOf" srcId="{E6FA4E93-E081-4D31-840F-FAADD2357C98}" destId="{F0D77068-95CF-488B-9E82-F8D7E7B6CD52}" srcOrd="0" destOrd="0" presId="urn:microsoft.com/office/officeart/2005/8/layout/process4"/>
    <dgm:cxn modelId="{51DEA25D-8C0B-4D71-9666-DE710243CC35}" srcId="{37D8F794-371C-4E1D-AB06-35023477F085}" destId="{9BEEEA7D-4303-4AEE-94EF-5FA9E042F479}" srcOrd="2" destOrd="0" parTransId="{381B8505-8B79-432E-BBEF-334EB9EF899B}" sibTransId="{A3EE3D87-87AA-48B7-823A-19E5515C394A}"/>
    <dgm:cxn modelId="{FE901166-61D1-4B0B-A69F-2CF801EB1E21}" type="presOf" srcId="{FCB9CE01-D2AF-481E-8921-995FA7234428}" destId="{349A28C9-0071-4493-BE3A-70D1AC3B9D57}" srcOrd="1" destOrd="0" presId="urn:microsoft.com/office/officeart/2005/8/layout/process4"/>
    <dgm:cxn modelId="{69E03E67-3458-4170-BC73-E562EB97B263}" type="presOf" srcId="{9BEEEA7D-4303-4AEE-94EF-5FA9E042F479}" destId="{345187A5-5177-4CC6-AB7D-8E720DB6A42D}" srcOrd="0" destOrd="0" presId="urn:microsoft.com/office/officeart/2005/8/layout/process4"/>
    <dgm:cxn modelId="{DBF6D76B-B5B7-49E0-A9F2-2CCCA281C366}" type="presOf" srcId="{2C6BFF2D-665F-4609-9001-B7A3E038519A}" destId="{6D8D83A5-DE85-4C3B-8EC5-98E7751D857E}" srcOrd="0" destOrd="0" presId="urn:microsoft.com/office/officeart/2005/8/layout/process4"/>
    <dgm:cxn modelId="{5AC14172-B23F-4E58-B8DD-53F852B204B5}" srcId="{51233FDF-66E9-4185-96C6-24980E010F84}" destId="{37D8F794-371C-4E1D-AB06-35023477F085}" srcOrd="0" destOrd="0" parTransId="{62953E98-7B7D-4641-993E-C684FB85AFD8}" sibTransId="{9E9E58A4-3297-44EA-A2C8-4C72E1FF4C68}"/>
    <dgm:cxn modelId="{88CFDA52-45DF-408E-BEE9-95C4571E30F9}" type="presOf" srcId="{37D8F794-371C-4E1D-AB06-35023477F085}" destId="{449C68D3-6A2B-4656-BF7B-BB363F6F8A02}" srcOrd="1" destOrd="0" presId="urn:microsoft.com/office/officeart/2005/8/layout/process4"/>
    <dgm:cxn modelId="{7DEA1A7A-7C5A-422A-B63C-0D2241B14E0A}" srcId="{FCB9CE01-D2AF-481E-8921-995FA7234428}" destId="{9E87D39E-AB85-4669-A53D-BB29A05B9DB4}" srcOrd="1" destOrd="0" parTransId="{B8864911-3D30-4A03-AFF5-ACC79A1D7E9D}" sibTransId="{238F9A48-75A1-4030-8C95-8FD612097766}"/>
    <dgm:cxn modelId="{38E5667B-F263-47E3-BEC6-4C1173D7919E}" srcId="{4F02141B-E6D2-4C55-9E25-6CB0051C122D}" destId="{111D4817-4347-4804-8344-DC1D4D627A56}" srcOrd="1" destOrd="0" parTransId="{CF1B37C9-48E0-46CC-9323-E8787E50EF9C}" sibTransId="{99A08024-954A-41C6-BDA6-388CEBAAE0D8}"/>
    <dgm:cxn modelId="{1D49CB7B-1211-4739-9B4E-03E842DA7018}" srcId="{FCB9CE01-D2AF-481E-8921-995FA7234428}" destId="{2740D0BA-3D1A-4622-ADCF-AD0B0E22748E}" srcOrd="0" destOrd="0" parTransId="{C48CD27C-2E53-4D2C-BC2F-8D8C3701A819}" sibTransId="{399FF80D-3AB9-4F00-BC18-DF335A324972}"/>
    <dgm:cxn modelId="{51970989-3C85-437C-9AB5-B2BD8321DBCC}" type="presOf" srcId="{9E87D39E-AB85-4669-A53D-BB29A05B9DB4}" destId="{41D667D5-994C-4852-A146-963AA4D09215}" srcOrd="0" destOrd="0" presId="urn:microsoft.com/office/officeart/2005/8/layout/process4"/>
    <dgm:cxn modelId="{CFFAFC8B-FD74-42A6-BD15-39C2F4A53FCC}" srcId="{37D8F794-371C-4E1D-AB06-35023477F085}" destId="{44A9FB9D-1FC4-4ADD-B7D6-B624575C29D8}" srcOrd="0" destOrd="0" parTransId="{10DE6E82-26FC-4E84-8A4F-FD4FEA94AC4D}" sibTransId="{B534F4C4-6099-4981-81B3-5CA8BD204934}"/>
    <dgm:cxn modelId="{6DD2D591-DAAE-4D62-8615-3AB1E0F088FB}" srcId="{51233FDF-66E9-4185-96C6-24980E010F84}" destId="{FCB9CE01-D2AF-481E-8921-995FA7234428}" srcOrd="1" destOrd="0" parTransId="{D687E7D7-143E-4FBC-AA7E-F710BF59D24F}" sibTransId="{1F0F9292-B16A-4CF4-B510-BE2D7E9AFEB1}"/>
    <dgm:cxn modelId="{86842A96-E15C-4603-8974-92A748979090}" srcId="{4F02141B-E6D2-4C55-9E25-6CB0051C122D}" destId="{0513DD8A-E3DC-45AA-A0A5-10B19449CEF0}" srcOrd="0" destOrd="0" parTransId="{D8D7C4F1-2517-4F62-BCE9-8FA2C8763BA0}" sibTransId="{B336720C-A0EB-402D-917E-033F1D4F5F50}"/>
    <dgm:cxn modelId="{2BA3AC9E-4115-4694-8F12-6920B91697E0}" type="presOf" srcId="{111D4817-4347-4804-8344-DC1D4D627A56}" destId="{0215D569-4576-4C2C-8134-190F671CB7F9}" srcOrd="0" destOrd="0" presId="urn:microsoft.com/office/officeart/2005/8/layout/process4"/>
    <dgm:cxn modelId="{0FC20BA8-C444-4A0F-A51B-4D4F4FBE6875}" type="presOf" srcId="{1B2DA2F8-2DD1-4AEC-8A43-0ECC77B89AE5}" destId="{A61A29C1-10BD-474A-B053-303503CCBD50}" srcOrd="0" destOrd="0" presId="urn:microsoft.com/office/officeart/2005/8/layout/process4"/>
    <dgm:cxn modelId="{7688AFAD-5F3A-4B38-AE82-71A07A1B98B2}" type="presOf" srcId="{44A9FB9D-1FC4-4ADD-B7D6-B624575C29D8}" destId="{3B11EED0-11D1-44CD-B44B-562B20129F72}" srcOrd="0" destOrd="0" presId="urn:microsoft.com/office/officeart/2005/8/layout/process4"/>
    <dgm:cxn modelId="{067528B6-7AC4-4954-866E-ECAF42091438}" type="presOf" srcId="{37D8F794-371C-4E1D-AB06-35023477F085}" destId="{6E6539A6-E898-4E7A-A064-83275D273756}" srcOrd="0" destOrd="0" presId="urn:microsoft.com/office/officeart/2005/8/layout/process4"/>
    <dgm:cxn modelId="{46269DBE-1B17-42F1-A82C-13620784EA3F}" type="presOf" srcId="{4F02141B-E6D2-4C55-9E25-6CB0051C122D}" destId="{6E7533B5-95E8-493F-97E0-ED3CDA997C4B}" srcOrd="0" destOrd="0" presId="urn:microsoft.com/office/officeart/2005/8/layout/process4"/>
    <dgm:cxn modelId="{1EDDEDC2-5698-4C72-907D-E23A91AE19A1}" srcId="{FCB9CE01-D2AF-481E-8921-995FA7234428}" destId="{7A8D3303-9045-434F-9CA2-601FD9C98013}" srcOrd="2" destOrd="0" parTransId="{7954085F-E318-4358-ACBB-F615C83E332F}" sibTransId="{E079E6A3-7BF2-410B-BE18-D525DB0B35DE}"/>
    <dgm:cxn modelId="{CB5ED8C4-41DF-4CCE-AB13-48E33A3801FD}" type="presOf" srcId="{FCB9CE01-D2AF-481E-8921-995FA7234428}" destId="{655FE2F6-3100-4BEE-AB7A-9E812A0B3862}" srcOrd="0" destOrd="0" presId="urn:microsoft.com/office/officeart/2005/8/layout/process4"/>
    <dgm:cxn modelId="{03AD86D3-01A6-40A7-965F-C1A83BC97A67}" srcId="{FCB9CE01-D2AF-481E-8921-995FA7234428}" destId="{E6FA4E93-E081-4D31-840F-FAADD2357C98}" srcOrd="3" destOrd="0" parTransId="{014A2296-4819-45A1-AC4C-8CB5AA4C8EA0}" sibTransId="{BCA4C634-9D0C-472B-A9FE-1F61CDC41937}"/>
    <dgm:cxn modelId="{757B4EE1-C44A-43F3-806F-2196F1BD5524}" srcId="{37D8F794-371C-4E1D-AB06-35023477F085}" destId="{1B2DA2F8-2DD1-4AEC-8A43-0ECC77B89AE5}" srcOrd="3" destOrd="0" parTransId="{D3514759-2FD0-4577-80FD-AA3502CABF5A}" sibTransId="{1684D3D6-0174-4830-8616-066DBB200A5E}"/>
    <dgm:cxn modelId="{8C8D9BE2-1D34-4E9D-8104-6EEEA606F0FF}" type="presOf" srcId="{4F02141B-E6D2-4C55-9E25-6CB0051C122D}" destId="{7F39B538-57BB-4C7E-B184-6C65D8B6481A}" srcOrd="1" destOrd="0" presId="urn:microsoft.com/office/officeart/2005/8/layout/process4"/>
    <dgm:cxn modelId="{0DD43AED-A2F8-4083-96EA-BAFCA6E432F4}" type="presOf" srcId="{2740D0BA-3D1A-4622-ADCF-AD0B0E22748E}" destId="{61F9B127-EAF8-49F8-A652-708DFFEE49BD}" srcOrd="0" destOrd="0" presId="urn:microsoft.com/office/officeart/2005/8/layout/process4"/>
    <dgm:cxn modelId="{A34102F8-B477-494D-AA72-2D85F5B894CA}" srcId="{37D8F794-371C-4E1D-AB06-35023477F085}" destId="{2C6BFF2D-665F-4609-9001-B7A3E038519A}" srcOrd="1" destOrd="0" parTransId="{2004B772-CD80-4246-859D-32F5584D443A}" sibTransId="{314AAA9A-87EA-4B9B-9712-080C3DA988CC}"/>
    <dgm:cxn modelId="{8BEB05FC-55A7-4AE4-9D58-B1DE4C1C5149}" srcId="{51233FDF-66E9-4185-96C6-24980E010F84}" destId="{4F02141B-E6D2-4C55-9E25-6CB0051C122D}" srcOrd="2" destOrd="0" parTransId="{BCE72405-7E84-40C4-896B-EE07A83725B3}" sibTransId="{328A5D64-AFE1-4990-BAC8-3C7740128268}"/>
    <dgm:cxn modelId="{1222806B-7F57-4C1B-BB75-2359D2BB29C9}" type="presParOf" srcId="{1FB94671-52DC-4DAD-B8AD-D28A527FC0F7}" destId="{6EA5A210-C144-48E3-96C0-806BA1B040EC}" srcOrd="0" destOrd="0" presId="urn:microsoft.com/office/officeart/2005/8/layout/process4"/>
    <dgm:cxn modelId="{12942221-B2BD-44FA-9E21-AD2050B73007}" type="presParOf" srcId="{6EA5A210-C144-48E3-96C0-806BA1B040EC}" destId="{6E7533B5-95E8-493F-97E0-ED3CDA997C4B}" srcOrd="0" destOrd="0" presId="urn:microsoft.com/office/officeart/2005/8/layout/process4"/>
    <dgm:cxn modelId="{07527270-592E-49FE-AF51-C1A3FBC04D94}" type="presParOf" srcId="{6EA5A210-C144-48E3-96C0-806BA1B040EC}" destId="{7F39B538-57BB-4C7E-B184-6C65D8B6481A}" srcOrd="1" destOrd="0" presId="urn:microsoft.com/office/officeart/2005/8/layout/process4"/>
    <dgm:cxn modelId="{37321D7B-F8F4-417C-8D3D-09A5DBDCF369}" type="presParOf" srcId="{6EA5A210-C144-48E3-96C0-806BA1B040EC}" destId="{3EA317B5-4CF6-403B-94F5-3D1294354DEB}" srcOrd="2" destOrd="0" presId="urn:microsoft.com/office/officeart/2005/8/layout/process4"/>
    <dgm:cxn modelId="{3EB7514A-279B-4DFD-8B74-5FC626FEF066}" type="presParOf" srcId="{3EA317B5-4CF6-403B-94F5-3D1294354DEB}" destId="{7ED40CAC-94D4-4A1A-B829-20197665FC51}" srcOrd="0" destOrd="0" presId="urn:microsoft.com/office/officeart/2005/8/layout/process4"/>
    <dgm:cxn modelId="{2B90ECCE-8AE6-42F9-86E2-9E7790C09B7A}" type="presParOf" srcId="{3EA317B5-4CF6-403B-94F5-3D1294354DEB}" destId="{0215D569-4576-4C2C-8134-190F671CB7F9}" srcOrd="1" destOrd="0" presId="urn:microsoft.com/office/officeart/2005/8/layout/process4"/>
    <dgm:cxn modelId="{B808FEED-3E0C-4AE2-A57F-90724C17DE4A}" type="presParOf" srcId="{1FB94671-52DC-4DAD-B8AD-D28A527FC0F7}" destId="{297677E5-B34A-4FA5-9900-3F11C28C8EC9}" srcOrd="1" destOrd="0" presId="urn:microsoft.com/office/officeart/2005/8/layout/process4"/>
    <dgm:cxn modelId="{37DD4D22-4E2D-44FD-BE25-F488C93D6FF1}" type="presParOf" srcId="{1FB94671-52DC-4DAD-B8AD-D28A527FC0F7}" destId="{76346D05-843C-44EB-8FA6-16518B792EBA}" srcOrd="2" destOrd="0" presId="urn:microsoft.com/office/officeart/2005/8/layout/process4"/>
    <dgm:cxn modelId="{BB28A6FD-7621-481C-9D8E-B68CFF47C6D2}" type="presParOf" srcId="{76346D05-843C-44EB-8FA6-16518B792EBA}" destId="{655FE2F6-3100-4BEE-AB7A-9E812A0B3862}" srcOrd="0" destOrd="0" presId="urn:microsoft.com/office/officeart/2005/8/layout/process4"/>
    <dgm:cxn modelId="{2A2F23A8-0143-4E7A-BB15-F06681510F95}" type="presParOf" srcId="{76346D05-843C-44EB-8FA6-16518B792EBA}" destId="{349A28C9-0071-4493-BE3A-70D1AC3B9D57}" srcOrd="1" destOrd="0" presId="urn:microsoft.com/office/officeart/2005/8/layout/process4"/>
    <dgm:cxn modelId="{0FD143A1-E6DF-4235-8DF4-2D8267691191}" type="presParOf" srcId="{76346D05-843C-44EB-8FA6-16518B792EBA}" destId="{BB0E3040-CBBA-4AA1-B104-9D3B783D7531}" srcOrd="2" destOrd="0" presId="urn:microsoft.com/office/officeart/2005/8/layout/process4"/>
    <dgm:cxn modelId="{BC0F6736-B62D-459C-84AA-71C43936AC09}" type="presParOf" srcId="{BB0E3040-CBBA-4AA1-B104-9D3B783D7531}" destId="{61F9B127-EAF8-49F8-A652-708DFFEE49BD}" srcOrd="0" destOrd="0" presId="urn:microsoft.com/office/officeart/2005/8/layout/process4"/>
    <dgm:cxn modelId="{1009D658-A07B-49FE-ADAD-30A68CECFD14}" type="presParOf" srcId="{BB0E3040-CBBA-4AA1-B104-9D3B783D7531}" destId="{41D667D5-994C-4852-A146-963AA4D09215}" srcOrd="1" destOrd="0" presId="urn:microsoft.com/office/officeart/2005/8/layout/process4"/>
    <dgm:cxn modelId="{F220382B-9A7F-41EB-87FD-26F55C23904D}" type="presParOf" srcId="{BB0E3040-CBBA-4AA1-B104-9D3B783D7531}" destId="{0AE06172-3A99-437C-B749-E5AD084ED6A7}" srcOrd="2" destOrd="0" presId="urn:microsoft.com/office/officeart/2005/8/layout/process4"/>
    <dgm:cxn modelId="{532CB7D4-15DB-40AE-8930-41212EB5DCC9}" type="presParOf" srcId="{BB0E3040-CBBA-4AA1-B104-9D3B783D7531}" destId="{F0D77068-95CF-488B-9E82-F8D7E7B6CD52}" srcOrd="3" destOrd="0" presId="urn:microsoft.com/office/officeart/2005/8/layout/process4"/>
    <dgm:cxn modelId="{51F7C3F7-4C37-41D8-858B-6DB2B4FC5A31}" type="presParOf" srcId="{1FB94671-52DC-4DAD-B8AD-D28A527FC0F7}" destId="{FB0486CA-4B11-4368-9244-A36F4291AA09}" srcOrd="3" destOrd="0" presId="urn:microsoft.com/office/officeart/2005/8/layout/process4"/>
    <dgm:cxn modelId="{B1A2D583-DE35-4F57-A3FE-F0724009F500}" type="presParOf" srcId="{1FB94671-52DC-4DAD-B8AD-D28A527FC0F7}" destId="{458576CA-5EB9-4BFF-842D-28FA956D2B17}" srcOrd="4" destOrd="0" presId="urn:microsoft.com/office/officeart/2005/8/layout/process4"/>
    <dgm:cxn modelId="{0AEAB34B-1665-43E7-ACCA-D8CD8F72B1EA}" type="presParOf" srcId="{458576CA-5EB9-4BFF-842D-28FA956D2B17}" destId="{6E6539A6-E898-4E7A-A064-83275D273756}" srcOrd="0" destOrd="0" presId="urn:microsoft.com/office/officeart/2005/8/layout/process4"/>
    <dgm:cxn modelId="{D3BEDF39-6D24-428E-8BCE-13C496E1D03E}" type="presParOf" srcId="{458576CA-5EB9-4BFF-842D-28FA956D2B17}" destId="{449C68D3-6A2B-4656-BF7B-BB363F6F8A02}" srcOrd="1" destOrd="0" presId="urn:microsoft.com/office/officeart/2005/8/layout/process4"/>
    <dgm:cxn modelId="{850826EB-20F9-4620-B5CF-B0DDF08DE498}" type="presParOf" srcId="{458576CA-5EB9-4BFF-842D-28FA956D2B17}" destId="{1EC01F7E-2EEA-4CBE-84CD-CD91F137BEF2}" srcOrd="2" destOrd="0" presId="urn:microsoft.com/office/officeart/2005/8/layout/process4"/>
    <dgm:cxn modelId="{27738191-8EBB-41B3-B228-D4E8C62A271A}" type="presParOf" srcId="{1EC01F7E-2EEA-4CBE-84CD-CD91F137BEF2}" destId="{3B11EED0-11D1-44CD-B44B-562B20129F72}" srcOrd="0" destOrd="0" presId="urn:microsoft.com/office/officeart/2005/8/layout/process4"/>
    <dgm:cxn modelId="{24360B92-8205-48E8-BE76-A8B08B3A28A0}" type="presParOf" srcId="{1EC01F7E-2EEA-4CBE-84CD-CD91F137BEF2}" destId="{6D8D83A5-DE85-4C3B-8EC5-98E7751D857E}" srcOrd="1" destOrd="0" presId="urn:microsoft.com/office/officeart/2005/8/layout/process4"/>
    <dgm:cxn modelId="{E3EE5327-7D3E-4E65-9328-E43FC3E0971F}" type="presParOf" srcId="{1EC01F7E-2EEA-4CBE-84CD-CD91F137BEF2}" destId="{345187A5-5177-4CC6-AB7D-8E720DB6A42D}" srcOrd="2" destOrd="0" presId="urn:microsoft.com/office/officeart/2005/8/layout/process4"/>
    <dgm:cxn modelId="{5E63D289-03FA-4604-86AA-D1980FA2275E}" type="presParOf" srcId="{1EC01F7E-2EEA-4CBE-84CD-CD91F137BEF2}" destId="{A61A29C1-10BD-474A-B053-303503CCBD50}" srcOrd="3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39B538-57BB-4C7E-B184-6C65D8B6481A}">
      <dsp:nvSpPr>
        <dsp:cNvPr id="0" name=""/>
        <dsp:cNvSpPr/>
      </dsp:nvSpPr>
      <dsp:spPr>
        <a:xfrm>
          <a:off x="0" y="3288916"/>
          <a:ext cx="10515600" cy="10794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Modelling, Evaluation and Deployment </a:t>
          </a:r>
        </a:p>
      </dsp:txBody>
      <dsp:txXfrm>
        <a:off x="0" y="3288916"/>
        <a:ext cx="10515600" cy="582927"/>
      </dsp:txXfrm>
    </dsp:sp>
    <dsp:sp modelId="{7ED40CAC-94D4-4A1A-B829-20197665FC51}">
      <dsp:nvSpPr>
        <dsp:cNvPr id="0" name=""/>
        <dsp:cNvSpPr/>
      </dsp:nvSpPr>
      <dsp:spPr>
        <a:xfrm>
          <a:off x="0" y="3850253"/>
          <a:ext cx="5257799" cy="4965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kern="1200" dirty="0"/>
            <a:t>Python data processing for national level numbers: csv/ txt, </a:t>
          </a:r>
          <a:r>
            <a:rPr lang="en-IE" sz="1300" kern="1200" dirty="0" err="1"/>
            <a:t>py</a:t>
          </a:r>
          <a:r>
            <a:rPr lang="en-IE" sz="1300" kern="1200" dirty="0"/>
            <a:t>. Reports in </a:t>
          </a:r>
          <a:r>
            <a:rPr lang="en-IE" sz="1300" kern="1200" dirty="0" err="1"/>
            <a:t>png</a:t>
          </a:r>
          <a:r>
            <a:rPr lang="en-IE" sz="1300" kern="1200" dirty="0"/>
            <a:t>, </a:t>
          </a:r>
          <a:r>
            <a:rPr lang="en-IE" sz="1300" kern="1200" dirty="0" err="1"/>
            <a:t>pibx</a:t>
          </a:r>
          <a:r>
            <a:rPr lang="en-IE" sz="1300" kern="1200" dirty="0"/>
            <a:t>, docx, pptx, mp4.</a:t>
          </a:r>
        </a:p>
      </dsp:txBody>
      <dsp:txXfrm>
        <a:off x="0" y="3850253"/>
        <a:ext cx="5257799" cy="496568"/>
      </dsp:txXfrm>
    </dsp:sp>
    <dsp:sp modelId="{0215D569-4576-4C2C-8134-190F671CB7F9}">
      <dsp:nvSpPr>
        <dsp:cNvPr id="0" name=""/>
        <dsp:cNvSpPr/>
      </dsp:nvSpPr>
      <dsp:spPr>
        <a:xfrm>
          <a:off x="5257800" y="3850253"/>
          <a:ext cx="5257799" cy="4965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kern="1200" dirty="0"/>
            <a:t>SQL analysis for detailed reports: </a:t>
          </a:r>
          <a:r>
            <a:rPr lang="en-IE" sz="1300" kern="1200" dirty="0" err="1"/>
            <a:t>sql</a:t>
          </a:r>
          <a:r>
            <a:rPr lang="en-IE" sz="1300" kern="1200" dirty="0"/>
            <a:t>. Reports in </a:t>
          </a:r>
          <a:r>
            <a:rPr lang="en-IE" sz="1300" kern="1200" dirty="0" err="1"/>
            <a:t>png</a:t>
          </a:r>
          <a:r>
            <a:rPr lang="en-IE" sz="1300" kern="1200" dirty="0"/>
            <a:t>, </a:t>
          </a:r>
          <a:r>
            <a:rPr lang="en-IE" sz="1300" kern="1200" dirty="0" err="1"/>
            <a:t>pibx</a:t>
          </a:r>
          <a:r>
            <a:rPr lang="en-IE" sz="1300" kern="1200" dirty="0"/>
            <a:t>, docx, pptx, mp4. </a:t>
          </a:r>
        </a:p>
      </dsp:txBody>
      <dsp:txXfrm>
        <a:off x="5257800" y="3850253"/>
        <a:ext cx="5257799" cy="496568"/>
      </dsp:txXfrm>
    </dsp:sp>
    <dsp:sp modelId="{349A28C9-0071-4493-BE3A-70D1AC3B9D57}">
      <dsp:nvSpPr>
        <dsp:cNvPr id="0" name=""/>
        <dsp:cNvSpPr/>
      </dsp:nvSpPr>
      <dsp:spPr>
        <a:xfrm rot="10800000">
          <a:off x="0" y="1644844"/>
          <a:ext cx="10515600" cy="166026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Data preparation</a:t>
          </a:r>
        </a:p>
      </dsp:txBody>
      <dsp:txXfrm rot="-10800000">
        <a:off x="0" y="1644844"/>
        <a:ext cx="10515600" cy="582752"/>
      </dsp:txXfrm>
    </dsp:sp>
    <dsp:sp modelId="{61F9B127-EAF8-49F8-A652-708DFFEE49BD}">
      <dsp:nvSpPr>
        <dsp:cNvPr id="0" name=""/>
        <dsp:cNvSpPr/>
      </dsp:nvSpPr>
      <dsp:spPr>
        <a:xfrm>
          <a:off x="0" y="2227596"/>
          <a:ext cx="2628899" cy="4964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kern="1200" dirty="0"/>
            <a:t>Python for API / XML scraping: </a:t>
          </a:r>
          <a:r>
            <a:rPr lang="en-IE" sz="1300" kern="1200" dirty="0" err="1"/>
            <a:t>py</a:t>
          </a:r>
          <a:r>
            <a:rPr lang="en-IE" sz="1300" kern="1200" dirty="0"/>
            <a:t>, html, xml, txt</a:t>
          </a:r>
        </a:p>
      </dsp:txBody>
      <dsp:txXfrm>
        <a:off x="0" y="2227596"/>
        <a:ext cx="2628899" cy="496419"/>
      </dsp:txXfrm>
    </dsp:sp>
    <dsp:sp modelId="{41D667D5-994C-4852-A146-963AA4D09215}">
      <dsp:nvSpPr>
        <dsp:cNvPr id="0" name=""/>
        <dsp:cNvSpPr/>
      </dsp:nvSpPr>
      <dsp:spPr>
        <a:xfrm>
          <a:off x="2628900" y="2227596"/>
          <a:ext cx="2628899" cy="4964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kern="1200" dirty="0"/>
            <a:t>PostgreSQL DB for structured data: csv / </a:t>
          </a:r>
          <a:r>
            <a:rPr lang="en-IE" sz="1300" kern="1200" dirty="0" err="1"/>
            <a:t>PgSQL</a:t>
          </a:r>
          <a:endParaRPr lang="en-IE" sz="1300" kern="1200" dirty="0"/>
        </a:p>
      </dsp:txBody>
      <dsp:txXfrm>
        <a:off x="2628900" y="2227596"/>
        <a:ext cx="2628899" cy="496419"/>
      </dsp:txXfrm>
    </dsp:sp>
    <dsp:sp modelId="{0AE06172-3A99-437C-B749-E5AD084ED6A7}">
      <dsp:nvSpPr>
        <dsp:cNvPr id="0" name=""/>
        <dsp:cNvSpPr/>
      </dsp:nvSpPr>
      <dsp:spPr>
        <a:xfrm>
          <a:off x="5257800" y="2227596"/>
          <a:ext cx="2628899" cy="4964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kern="1200" dirty="0"/>
            <a:t>Mongo DB for semi-structured data: Mongo DB</a:t>
          </a:r>
        </a:p>
      </dsp:txBody>
      <dsp:txXfrm>
        <a:off x="5257800" y="2227596"/>
        <a:ext cx="2628899" cy="496419"/>
      </dsp:txXfrm>
    </dsp:sp>
    <dsp:sp modelId="{F0D77068-95CF-488B-9E82-F8D7E7B6CD52}">
      <dsp:nvSpPr>
        <dsp:cNvPr id="0" name=""/>
        <dsp:cNvSpPr/>
      </dsp:nvSpPr>
      <dsp:spPr>
        <a:xfrm>
          <a:off x="7886700" y="2227596"/>
          <a:ext cx="2628899" cy="4964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kern="1200" dirty="0"/>
            <a:t>Filtered data for modelling: SQL, csv</a:t>
          </a:r>
        </a:p>
      </dsp:txBody>
      <dsp:txXfrm>
        <a:off x="7886700" y="2227596"/>
        <a:ext cx="2628899" cy="496419"/>
      </dsp:txXfrm>
    </dsp:sp>
    <dsp:sp modelId="{449C68D3-6A2B-4656-BF7B-BB363F6F8A02}">
      <dsp:nvSpPr>
        <dsp:cNvPr id="0" name=""/>
        <dsp:cNvSpPr/>
      </dsp:nvSpPr>
      <dsp:spPr>
        <a:xfrm rot="10800000">
          <a:off x="0" y="772"/>
          <a:ext cx="10515600" cy="166026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Business understanding, Data understanding</a:t>
          </a:r>
        </a:p>
      </dsp:txBody>
      <dsp:txXfrm rot="-10800000">
        <a:off x="0" y="772"/>
        <a:ext cx="10515600" cy="582752"/>
      </dsp:txXfrm>
    </dsp:sp>
    <dsp:sp modelId="{3B11EED0-11D1-44CD-B44B-562B20129F72}">
      <dsp:nvSpPr>
        <dsp:cNvPr id="0" name=""/>
        <dsp:cNvSpPr/>
      </dsp:nvSpPr>
      <dsp:spPr>
        <a:xfrm>
          <a:off x="0" y="583525"/>
          <a:ext cx="2628899" cy="4964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kern="1200" dirty="0"/>
            <a:t>Research papers, Media articles: html, pdf</a:t>
          </a:r>
        </a:p>
      </dsp:txBody>
      <dsp:txXfrm>
        <a:off x="0" y="583525"/>
        <a:ext cx="2628899" cy="496419"/>
      </dsp:txXfrm>
    </dsp:sp>
    <dsp:sp modelId="{6D8D83A5-DE85-4C3B-8EC5-98E7751D857E}">
      <dsp:nvSpPr>
        <dsp:cNvPr id="0" name=""/>
        <dsp:cNvSpPr/>
      </dsp:nvSpPr>
      <dsp:spPr>
        <a:xfrm>
          <a:off x="2628900" y="583525"/>
          <a:ext cx="2628899" cy="4964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kern="1200" dirty="0"/>
            <a:t>CSO census datasets with metadata: 2011, 2016, 2022: csv</a:t>
          </a:r>
        </a:p>
      </dsp:txBody>
      <dsp:txXfrm>
        <a:off x="2628900" y="583525"/>
        <a:ext cx="2628899" cy="496419"/>
      </dsp:txXfrm>
    </dsp:sp>
    <dsp:sp modelId="{345187A5-5177-4CC6-AB7D-8E720DB6A42D}">
      <dsp:nvSpPr>
        <dsp:cNvPr id="0" name=""/>
        <dsp:cNvSpPr/>
      </dsp:nvSpPr>
      <dsp:spPr>
        <a:xfrm>
          <a:off x="5257800" y="583525"/>
          <a:ext cx="2628899" cy="4964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kern="1200" dirty="0"/>
            <a:t>Oireachtas API structure; Debate and speech text: html, xml</a:t>
          </a:r>
        </a:p>
      </dsp:txBody>
      <dsp:txXfrm>
        <a:off x="5257800" y="583525"/>
        <a:ext cx="2628899" cy="496419"/>
      </dsp:txXfrm>
    </dsp:sp>
    <dsp:sp modelId="{A61A29C1-10BD-474A-B053-303503CCBD50}">
      <dsp:nvSpPr>
        <dsp:cNvPr id="0" name=""/>
        <dsp:cNvSpPr/>
      </dsp:nvSpPr>
      <dsp:spPr>
        <a:xfrm>
          <a:off x="7886700" y="583525"/>
          <a:ext cx="2628899" cy="4964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kern="1200" dirty="0"/>
            <a:t>Other inputs.</a:t>
          </a:r>
        </a:p>
      </dsp:txBody>
      <dsp:txXfrm>
        <a:off x="7886700" y="583525"/>
        <a:ext cx="2628899" cy="4964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B0C7A-CD55-3E35-AA82-C12FBB415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B4B62-0060-D46F-24B0-14A083A00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3FC15-9FEF-BF02-85EA-C2F28B14B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1440-2375-4F82-9BF6-F5A3F7722287}" type="datetimeFigureOut">
              <a:rPr lang="en-IE" smtClean="0"/>
              <a:t>24/12/2025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A6122-6616-840F-19A4-249D566F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7EF39-FDC9-B1EC-D42C-09B51BA54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C1703-3B74-42C7-808B-1C2B97FC7AD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84811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6FBA-3676-A65B-BA9C-01068BF2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70406-0E77-0C71-2904-F62106F8F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35C1F-73C1-84C4-EC86-A89CAF4F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1440-2375-4F82-9BF6-F5A3F7722287}" type="datetimeFigureOut">
              <a:rPr lang="en-IE" smtClean="0"/>
              <a:t>24/12/2025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D74E9-75B4-3A67-6F79-72A57625D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E0CAC-4C96-F963-2B00-66057773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C1703-3B74-42C7-808B-1C2B97FC7AD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7636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1FAED-D1FC-246A-9D09-CBD0DEC15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FC90B-5EDA-E9B5-14C8-96B19EA8B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606AD-595F-DE54-3377-093C182A6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1440-2375-4F82-9BF6-F5A3F7722287}" type="datetimeFigureOut">
              <a:rPr lang="en-IE" smtClean="0"/>
              <a:t>24/12/2025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00D51-B2FB-E307-E674-0A3B63E41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DBB4F-758F-9924-2140-B223D7E0D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C1703-3B74-42C7-808B-1C2B97FC7AD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65922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B125-CD15-5DB4-2BA7-D7A2C3E59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F5AD4-59A1-3E6C-B50D-558F8DDA7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110A8-023D-A4D0-42F1-5059085CC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3A00A-61D9-22F3-76FA-52886386A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1440-2375-4F82-9BF6-F5A3F7722287}" type="datetimeFigureOut">
              <a:rPr lang="en-IE" smtClean="0"/>
              <a:t>24/12/2025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4819B-F161-9E67-6D47-86B9C2C9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4A884-DFCD-05B8-7877-284609450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C1703-3B74-42C7-808B-1C2B97FC7AD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62053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E2D47-A078-20E9-E45F-C8563A150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10644-B4DA-D00D-31B7-1E76B151A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D5417-FAD2-D0A2-2C24-B0291E044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D1087-D50E-415E-F17C-BC33D17AF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82BEA-C283-A458-AF36-E6DE28D45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051BBE-BE27-3AE6-2A68-E8FE32C3B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1440-2375-4F82-9BF6-F5A3F7722287}" type="datetimeFigureOut">
              <a:rPr lang="en-IE" smtClean="0"/>
              <a:t>24/12/2025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984D-B3AD-BDA7-9097-BAD065FCA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6D0CF-B835-14EC-42ED-17D1F66F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C1703-3B74-42C7-808B-1C2B97FC7AD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125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8AE9-DA90-B9F4-9C11-4CF41923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746B37-C798-5CF8-CF6D-AE6DDA8E8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1440-2375-4F82-9BF6-F5A3F7722287}" type="datetimeFigureOut">
              <a:rPr lang="en-IE" smtClean="0"/>
              <a:t>24/12/2025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4A3B97-E053-F751-C86D-74373B40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CFFE4-A09F-862B-A421-8CD4359F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C1703-3B74-42C7-808B-1C2B97FC7AD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20788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01AB95-80C3-B71B-1285-92801D1C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1440-2375-4F82-9BF6-F5A3F7722287}" type="datetimeFigureOut">
              <a:rPr lang="en-IE" smtClean="0"/>
              <a:t>24/12/2025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84BB5D-75CC-A97F-EEC0-13ADF8AFD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8C74C-5B38-DE4E-68D5-3AD48D79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C1703-3B74-42C7-808B-1C2B97FC7AD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2896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9E1B0-6601-6B79-D191-AA1CAB7D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A68F1-DA7A-F45E-CF70-6CFBB5ECF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7996A-431B-FC4D-F00C-1400F1146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EC1B7-B248-D582-ABE8-9D8864323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1440-2375-4F82-9BF6-F5A3F7722287}" type="datetimeFigureOut">
              <a:rPr lang="en-IE" smtClean="0"/>
              <a:t>24/12/2025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54F53-0DC6-F9A2-6E02-2409CFD4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A95E9-FD5B-DFB6-6ABB-71E5FAA4E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C1703-3B74-42C7-808B-1C2B97FC7AD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87246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6DB56-D479-3517-13C8-8B754DB34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A95502-40BA-8CC4-167C-0AD919F66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82332-8A44-A6D6-7C06-04B8707BD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36DF4-90CC-08DD-CFBF-905F3E732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1440-2375-4F82-9BF6-F5A3F7722287}" type="datetimeFigureOut">
              <a:rPr lang="en-IE" smtClean="0"/>
              <a:t>24/12/2025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D1078-1C26-CABB-9510-0FB8747A2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9BDCF-7F23-595E-3326-159CABFF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C1703-3B74-42C7-808B-1C2B97FC7AD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69497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B8DD1-3EF8-BFFB-8E16-4983BD97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538AC-5BDF-E7FD-C8F0-58A6204D8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569F0-F99F-3954-99D8-AF25EA3B8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1440-2375-4F82-9BF6-F5A3F7722287}" type="datetimeFigureOut">
              <a:rPr lang="en-IE" smtClean="0"/>
              <a:t>24/12/2025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D7E66-4ED8-32E5-054A-A4D312FCD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571DF-F44C-2633-FF7B-4AD3DB63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C1703-3B74-42C7-808B-1C2B97FC7AD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54285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90A364-7E72-F038-7D28-AC457970C5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5D4A9-01E3-BF05-1B97-1D8FD42E3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A803B-44CC-E41C-E67E-61CEA34A2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1440-2375-4F82-9BF6-F5A3F7722287}" type="datetimeFigureOut">
              <a:rPr lang="en-IE" smtClean="0"/>
              <a:t>24/12/2025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0D199-79B6-082C-673C-48465CE3A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CBFC2-6BB5-D8A0-EFEB-33FA9C5A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C1703-3B74-42C7-808B-1C2B97FC7AD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6997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0E4080-BF8A-E2A9-DDD0-904BCC441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49780-5A87-43EF-C379-F276B933E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0E1A-2718-E6E9-7CEA-FC646DB01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151440-2375-4F82-9BF6-F5A3F7722287}" type="datetimeFigureOut">
              <a:rPr lang="en-IE" smtClean="0"/>
              <a:t>24/12/2025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D6E59-8281-5BC4-1C8B-792FBAF0D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431AD-203A-97C2-29ED-29F4BFA0E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8C1703-3B74-42C7-808B-1C2B97FC7AD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02385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205A6-1DB8-9FB0-CB9A-1FAC7F08C5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Housing crisis in Ireland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1C21D-F6E7-449C-F3A4-1BCB1FAA0D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endParaRPr lang="en-IE" dirty="0"/>
          </a:p>
          <a:p>
            <a:r>
              <a:rPr lang="en-IE" dirty="0"/>
              <a:t>National College of Ireland</a:t>
            </a:r>
          </a:p>
          <a:p>
            <a:r>
              <a:rPr lang="en-IE" dirty="0"/>
              <a:t>PGDDA_SEP24 project</a:t>
            </a:r>
          </a:p>
          <a:p>
            <a:r>
              <a:rPr lang="en-IE" dirty="0"/>
              <a:t>Ana Pusic, Tibor Toth </a:t>
            </a:r>
          </a:p>
          <a:p>
            <a:r>
              <a:rPr lang="en-IE" dirty="0"/>
              <a:t>X24163392,  x24142239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73862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AB813-B8ED-D15D-3425-39B57D677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Project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96594-AF68-78CF-B014-7EA4CF306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housing crisis is a frequent topic in public life - we are interested in its data-based characteristics, as data-based crisis management can be effective.</a:t>
            </a:r>
          </a:p>
          <a:p>
            <a:r>
              <a:rPr lang="en-US" dirty="0"/>
              <a:t>It is a complex issue with economic, geographic, demographic, international, labor market, social, and many other dimensions. </a:t>
            </a:r>
          </a:p>
          <a:p>
            <a:r>
              <a:rPr lang="en-IE" dirty="0"/>
              <a:t>Our two main research directions: </a:t>
            </a:r>
          </a:p>
          <a:p>
            <a:pPr lvl="1"/>
            <a:r>
              <a:rPr lang="en-IE" dirty="0"/>
              <a:t>What is its size, how many new dwellings can solve it?</a:t>
            </a:r>
          </a:p>
          <a:p>
            <a:pPr lvl="1"/>
            <a:r>
              <a:rPr lang="en-IE" dirty="0"/>
              <a:t>What sort of data can describe its geographic and demographic structure? </a:t>
            </a:r>
          </a:p>
          <a:p>
            <a:r>
              <a:rPr lang="en-IE" dirty="0"/>
              <a:t>Our toolkit consists of Python, MongoDB, </a:t>
            </a:r>
            <a:r>
              <a:rPr lang="en-IE" dirty="0" err="1"/>
              <a:t>PgSQL</a:t>
            </a:r>
            <a:r>
              <a:rPr lang="en-IE" dirty="0"/>
              <a:t>, Word, and Power BI, using SQL, </a:t>
            </a:r>
            <a:r>
              <a:rPr lang="en-IE" dirty="0" err="1"/>
              <a:t>py</a:t>
            </a:r>
            <a:r>
              <a:rPr lang="en-IE" dirty="0"/>
              <a:t>, csv, txt, xlsx, </a:t>
            </a:r>
            <a:r>
              <a:rPr lang="en-IE" dirty="0" err="1"/>
              <a:t>pbix</a:t>
            </a:r>
            <a:r>
              <a:rPr lang="en-IE" dirty="0"/>
              <a:t>, </a:t>
            </a:r>
            <a:r>
              <a:rPr lang="en-IE" dirty="0" err="1"/>
              <a:t>png</a:t>
            </a:r>
            <a:r>
              <a:rPr lang="en-IE" dirty="0"/>
              <a:t>, and docx files during the data management and reporting process.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48746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F21C4-0542-FD34-2CC1-BBDA79C29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52EBF-0285-35CD-F482-67EB33056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288" y="717402"/>
            <a:ext cx="4744381" cy="14836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/>
              <a:t>Crisis: compared to what? </a:t>
            </a:r>
            <a:br>
              <a:rPr lang="en-US" sz="2800" dirty="0"/>
            </a:br>
            <a:r>
              <a:rPr lang="en-US" sz="2800" dirty="0"/>
              <a:t>What is the last </a:t>
            </a:r>
            <a:br>
              <a:rPr lang="en-US" sz="2800" dirty="0"/>
            </a:br>
            <a:r>
              <a:rPr lang="en-US" sz="2800" dirty="0"/>
              <a:t>‘non-housing-crisis’ year?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6B027-DBEE-D225-2265-D329CC7C9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0737" y="2508105"/>
            <a:ext cx="4082452" cy="3632493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Politics is able to compress all relevant significant aspects.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Data resource: Oireachtas: API -- &gt; XML files -- &gt; debate / speech texts.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XML : if the ‘housing crisis’ is subject of the of debate / speech: text  analysis.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Python: number of the debate files and files that contain ‘housing crisis’, and </a:t>
            </a:r>
            <a:r>
              <a:rPr lang="en-US" sz="2000" dirty="0" err="1"/>
              <a:t>visualisation</a:t>
            </a:r>
            <a:r>
              <a:rPr lang="en-US" sz="2000" dirty="0"/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Indicator: the percentage of ‘housing crisis’ files out of all files in each year.</a:t>
            </a:r>
          </a:p>
        </p:txBody>
      </p:sp>
      <p:pic>
        <p:nvPicPr>
          <p:cNvPr id="8" name="Picture Placeholder 7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133C9021-F762-CB0B-CA20-AC3D8AB9A38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12288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2EB74-7C07-89FB-B408-5ED60A314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71F22-A538-4340-7866-DDF4CB6BC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25" y="717403"/>
            <a:ext cx="5114562" cy="14836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/>
              <a:t>The base year is: 2012.</a:t>
            </a: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209B5-E04B-8220-838B-3F84A9D89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0737" y="2508105"/>
            <a:ext cx="4082452" cy="3632493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Trend has an elbow point in the year 2012.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Linear, quadratic and cubic trends are similar.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The cubic trend lines are indicated on the chart.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The break in the trend is obvious: change  after 2012.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NB: events, like Brexit or Covid related debates, may have impact.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Year result: 2012 was the last non-crisis year -- &gt; 2012 is the state to which we should return.</a:t>
            </a:r>
          </a:p>
        </p:txBody>
      </p:sp>
      <p:pic>
        <p:nvPicPr>
          <p:cNvPr id="7" name="Picture Placeholder 6" descr="A graph with a line and a line graph&#10;&#10;AI-generated content may be incorrect.">
            <a:extLst>
              <a:ext uri="{FF2B5EF4-FFF2-40B4-BE49-F238E27FC236}">
                <a16:creationId xmlns:a16="http://schemas.microsoft.com/office/drawing/2014/main" id="{02B2E0C8-543B-A989-80BF-3BCA6EB7189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5427406" y="987425"/>
            <a:ext cx="5927982" cy="4873625"/>
          </a:xfrm>
        </p:spPr>
      </p:pic>
    </p:spTree>
    <p:extLst>
      <p:ext uri="{BB962C8B-B14F-4D97-AF65-F5344CB8AC3E}">
        <p14:creationId xmlns:p14="http://schemas.microsoft.com/office/powerpoint/2010/main" val="1025299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9212A-B528-4B7C-68C2-4B278468C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94E94-BE17-EC70-D08A-F7134DD6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2400" dirty="0"/>
              <a:t>2012 census data set -as the base year- is needed: estimation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3F0BF-DF82-66CD-10BC-F907F4134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047522" cy="3811588"/>
          </a:xfrm>
        </p:spPr>
        <p:txBody>
          <a:bodyPr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CSO census data: 2011, 2016, 2022.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2012 data set must be produced.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Base year for 2012 estimate: linear between 2011 and 2016.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Many possible indicators in housing subject, e.g.: population, place of birth, geographic data, </a:t>
            </a:r>
            <a:r>
              <a:rPr lang="en-US" sz="1800" dirty="0" err="1"/>
              <a:t>genaral</a:t>
            </a:r>
            <a:r>
              <a:rPr lang="en-US" sz="1800" dirty="0"/>
              <a:t> housing data, split of house/ bungalow / flat / apartment data, etc. Population by place of birth is indicated on the chart.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Our main indicator on national level: number of people / dwelling (next slide).</a:t>
            </a:r>
          </a:p>
          <a:p>
            <a:endParaRPr lang="en-IE" dirty="0"/>
          </a:p>
        </p:txBody>
      </p:sp>
      <p:pic>
        <p:nvPicPr>
          <p:cNvPr id="22" name="Picture Placeholder 21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47CC8A35-84E4-4C5A-70FA-88E2AB5A1B9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3" r="2973"/>
          <a:stretch>
            <a:fillRect/>
          </a:stretch>
        </p:blipFill>
        <p:spPr>
          <a:xfrm>
            <a:off x="4772026" y="987425"/>
            <a:ext cx="6583362" cy="4873625"/>
          </a:xfrm>
        </p:spPr>
      </p:pic>
    </p:spTree>
    <p:extLst>
      <p:ext uri="{BB962C8B-B14F-4D97-AF65-F5344CB8AC3E}">
        <p14:creationId xmlns:p14="http://schemas.microsoft.com/office/powerpoint/2010/main" val="1815252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92538-5D0D-435E-63A4-35AA33830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scale of the crisis on national level: 294K dwellings in 2030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B4645-3FFE-C343-B1F5-6838030B6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2012: 2.28 people / dwelling; 2022: 2.38 (I.e. 100 dwellings served 228 people in 2012 and 238 in 2022)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2012-2022 shortage is143K. (= Population/ 2.28 – available dwellings in 2022).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2022-2030 shortage= 151K. (=Population growth (2022 to 2030 est.) / 2.28).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Total shortage in 2030: 294K dwellings. (=143K + 151K above)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Government’s text in 2025: 300K.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IE" dirty="0"/>
              <a:t>Our other possible indicators showed 250K and 285K. We accepted 294K as the estimate.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NB: Government’s model is obviously 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more complex and 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applies more detailed assumptions. </a:t>
            </a:r>
            <a:endParaRPr lang="en-IE" dirty="0"/>
          </a:p>
        </p:txBody>
      </p:sp>
      <p:pic>
        <p:nvPicPr>
          <p:cNvPr id="17" name="Picture Placeholder 16" descr="A graph with a line and numbers&#10;&#10;AI-generated content may be incorrect.">
            <a:extLst>
              <a:ext uri="{FF2B5EF4-FFF2-40B4-BE49-F238E27FC236}">
                <a16:creationId xmlns:a16="http://schemas.microsoft.com/office/drawing/2014/main" id="{2517E161-2AF4-4C63-DDAA-B392DCB920A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52961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2414E-BCD3-AD82-7E2A-9635229F2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4000" dirty="0"/>
              <a:t>Our project’s data flow in CRISP-DM approach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561192-9D97-4462-846D-B6F017B32C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333215"/>
              </p:ext>
            </p:extLst>
          </p:nvPr>
        </p:nvGraphicFramePr>
        <p:xfrm>
          <a:off x="838200" y="1807779"/>
          <a:ext cx="10515600" cy="4369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1865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3174</TotalTime>
  <Words>701</Words>
  <Application>Microsoft Office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Housing crisis in Ireland</vt:lpstr>
      <vt:lpstr>Project content</vt:lpstr>
      <vt:lpstr>Crisis: compared to what?  What is the last  ‘non-housing-crisis’ year? </vt:lpstr>
      <vt:lpstr>The base year is: 2012.  </vt:lpstr>
      <vt:lpstr>2012 census data set -as the base year- is needed: estimation </vt:lpstr>
      <vt:lpstr>The scale of the crisis on national level: 294K dwellings in 2030</vt:lpstr>
      <vt:lpstr>Our project’s data flow in CRISP-DM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Tibor Toth</dc:creator>
  <cp:lastModifiedBy>Tibor Toth</cp:lastModifiedBy>
  <cp:revision>20</cp:revision>
  <dcterms:created xsi:type="dcterms:W3CDTF">2025-12-24T14:06:43Z</dcterms:created>
  <dcterms:modified xsi:type="dcterms:W3CDTF">2025-12-26T19:01:25Z</dcterms:modified>
</cp:coreProperties>
</file>